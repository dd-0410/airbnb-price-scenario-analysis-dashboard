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61" r:id="rId6"/>
    <p:sldId id="257" r:id="rId7"/>
    <p:sldId id="262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E8E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A957-56EB-75AE-D6CC-11C511E0B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FA141-3C25-A76B-5032-55F02F0D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AE6BF-EE50-0BE4-64D6-C92C12B1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5EF44-F81B-25CE-E19E-52909B0E1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AA44B-F989-F0FD-6513-1C79A047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08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B4A9-14CE-F389-91EB-AF541E7E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BC1A-12B8-218E-5454-AF24DF46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9929E-BE96-CB0E-CD5D-E5BE25DD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7B53B-9F0D-D566-FB45-2603F6DC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F1FE4-0F18-7031-8E96-CE80F82B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88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6034-A132-0A9D-47E2-850BF7C3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C2676-976F-EDAA-C9C6-7C0FA0BF2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998E1-0ECC-21DC-115B-8E5FCB59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C780-3B58-A4FC-EFEC-DBD352FA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646C9-81DC-32C2-CEEE-0F0350D1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91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B84BC-7725-8794-A87A-9CE345B3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F526-FC01-8B74-837D-F91FA543D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7B164-2C29-D47F-DD0B-4A1CEC41B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D7F28-77F8-7624-7649-EA2C9DA8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51B0-597E-9EF9-6301-5DE82394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C34E4-35FC-98BC-25D1-48251711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39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DEF4-46DA-24A5-1142-D9DF6BEF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CAD25-87C2-B61D-EEA7-B78B62B64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C2D97-1185-9D17-AFD8-BFCD834C1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2B277-6DCB-9960-333D-0024A70CB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D563D-5DD8-5EA6-3B7E-538F975FB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5A437-EC4C-04CE-0F1B-26B091AA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3B737-B3D9-82D1-706B-72527C4D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6A04D3-D1FA-F890-616D-8868A8BD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80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CAC2-7C73-F447-E51E-E99DA065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02F93-3F23-FC00-F45B-4AAB53A5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02288-C9DB-FC26-1C9B-008C1985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6EB23-A907-671C-CF02-C577AF8F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3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88C5F-063F-19A7-C105-0776323F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AAFE9-83BF-256E-C804-6EDC60268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8A2F0-C05C-C4A9-28EE-7A889EEB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21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F66D-D321-1A21-0DB2-E5FE8337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B9F02-11F2-CFE3-39BB-5EC351C0C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EB11E-760D-6857-458A-40A3AEAAB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E8256-209E-5A0E-AC42-D6930079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0EB0E-07F0-06C2-B60E-E351D74D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60332-22EF-D50E-984B-A59A21A3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7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2460-560A-27EE-0ABF-ACF4FEAA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B06CD-4612-6089-5F52-E11566060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39D53-C33B-28E0-7A46-4191AF768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D4A06-1C5B-86D8-54C4-09B8E11E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AD489-1D53-1CF2-B636-430548EB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8D730-E273-0873-E41A-8222C96B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46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3DA9-8596-7D0B-4B83-DCF1F043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0FE1B-4096-5F9F-067D-AAA343260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C0F96-90A0-9F4B-F56B-5A3BD504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3C8A-0278-0D8F-0603-40802D88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1A3B7-E211-5CC3-CB3D-337A494D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28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0AC27-B62E-1CC0-CBF5-CC6081C24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5AF37-17A7-B89E-84C2-915122F07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4709A-0C6B-301A-6CA5-493795B2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9517D-E092-DB28-C3AC-57FFF1E1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0B385-84C5-A273-EFBA-6EE989A9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0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9650C-92C2-8FFD-9C79-BB9326C1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AF23E-1ACA-73A6-8C97-31F3437AD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E117B-D026-5FC0-5572-2AFC63F63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BF6C3-9625-49A6-86CA-68073BC943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2F05-A09D-7BCA-1FBC-D84964486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A38B8-3F9D-68DB-7F10-E15C86773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F54F9-BDC3-4649-8147-EE1C3E599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4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F6A3-810F-C4E8-B388-AEDDB92380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BA3E6-D8C3-C245-5978-FD060DF9A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205F8-DB89-5224-B37F-3747D93AD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93"/>
            <a:ext cx="12192000" cy="68497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A0FF4A-BE37-AB37-F1F5-D56C0EF2422E}"/>
              </a:ext>
            </a:extLst>
          </p:cNvPr>
          <p:cNvSpPr/>
          <p:nvPr/>
        </p:nvSpPr>
        <p:spPr>
          <a:xfrm>
            <a:off x="482885" y="5897366"/>
            <a:ext cx="914400" cy="349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000C7D-F777-2885-90FC-5294DC8BE965}"/>
              </a:ext>
            </a:extLst>
          </p:cNvPr>
          <p:cNvSpPr/>
          <p:nvPr/>
        </p:nvSpPr>
        <p:spPr>
          <a:xfrm>
            <a:off x="482885" y="2476072"/>
            <a:ext cx="5917915" cy="1125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tx1"/>
                </a:solidFill>
              </a:rPr>
              <a:t>By Group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FEADA-7FD3-160A-BDB2-7A437C4C2DC2}"/>
              </a:ext>
            </a:extLst>
          </p:cNvPr>
          <p:cNvSpPr/>
          <p:nvPr/>
        </p:nvSpPr>
        <p:spPr>
          <a:xfrm>
            <a:off x="4304872" y="518692"/>
            <a:ext cx="1441806" cy="139827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F083A-9CDD-AF1D-0933-FE40F2F0A180}"/>
              </a:ext>
            </a:extLst>
          </p:cNvPr>
          <p:cNvSpPr/>
          <p:nvPr/>
        </p:nvSpPr>
        <p:spPr>
          <a:xfrm>
            <a:off x="82194" y="5372890"/>
            <a:ext cx="1441806" cy="139827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EBCF-86A4-DE9D-2A50-5618EAAD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2625ED-86CA-7044-1DAC-C6E847EC8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63301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4927-4888-FF7E-7C07-B195D34C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99306E-19BD-1BA9-5C7E-F0E175ADC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956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DDE9-1DDB-6AE2-DF01-292DC75E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256A0-7545-EB82-5E39-6FAFB8220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356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A311C-6607-D0DF-CE71-A97A2D9B5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38D52A-BB83-98E4-1044-0DD2717B2F4D}"/>
              </a:ext>
            </a:extLst>
          </p:cNvPr>
          <p:cNvSpPr/>
          <p:nvPr/>
        </p:nvSpPr>
        <p:spPr>
          <a:xfrm>
            <a:off x="6096000" y="0"/>
            <a:ext cx="6096000" cy="128427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Leverage Reviews and Host Experience to Build Pricing Power</a:t>
            </a:r>
            <a:endParaRPr lang="en-IN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81F935-051F-3502-26A2-BFE688D821AB}"/>
              </a:ext>
            </a:extLst>
          </p:cNvPr>
          <p:cNvSpPr/>
          <p:nvPr/>
        </p:nvSpPr>
        <p:spPr>
          <a:xfrm>
            <a:off x="6096000" y="1893870"/>
            <a:ext cx="6096000" cy="128427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Focus on High-Performing Property Segments and Amenities</a:t>
            </a:r>
            <a:endParaRPr lang="en-IN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240F2C-FE75-5B91-7BB2-11EE5A27DC7C}"/>
              </a:ext>
            </a:extLst>
          </p:cNvPr>
          <p:cNvSpPr/>
          <p:nvPr/>
        </p:nvSpPr>
        <p:spPr>
          <a:xfrm>
            <a:off x="6096000" y="3733800"/>
            <a:ext cx="6096000" cy="128427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Improve Availability and Occupancy Strategy to Maximize Revenue</a:t>
            </a:r>
            <a:endParaRPr lang="en-IN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AE07D8-B126-671B-DB9E-DED64D0B43C0}"/>
              </a:ext>
            </a:extLst>
          </p:cNvPr>
          <p:cNvSpPr/>
          <p:nvPr/>
        </p:nvSpPr>
        <p:spPr>
          <a:xfrm>
            <a:off x="6096000" y="5573730"/>
            <a:ext cx="6096000" cy="128427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Use Dynamic, Seasonally Adjusted Pricing Instead of Flat Rates</a:t>
            </a:r>
            <a:endParaRPr lang="en-IN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75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3E65-7CB7-7136-213D-0D458DA5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9F3F26-1904-5674-6FE3-CAE03DAFF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57080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263AD7-DA72-6E99-15EF-181670958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63753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77C905-341B-0CA8-A0D6-70ABA15F27EE}"/>
              </a:ext>
            </a:extLst>
          </p:cNvPr>
          <p:cNvSpPr/>
          <p:nvPr/>
        </p:nvSpPr>
        <p:spPr>
          <a:xfrm>
            <a:off x="0" y="3637530"/>
            <a:ext cx="6096000" cy="322047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This project delivers a </a:t>
            </a: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self-service Power BI dashboard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 that transforms Airbnb data for Antwerp into </a:t>
            </a: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clear, actionable insights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  <a:endParaRPr lang="en-IN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4C0A79-AA1D-9CBB-47BF-30D05A10E661}"/>
              </a:ext>
            </a:extLst>
          </p:cNvPr>
          <p:cNvSpPr/>
          <p:nvPr/>
        </p:nvSpPr>
        <p:spPr>
          <a:xfrm>
            <a:off x="6096000" y="3637530"/>
            <a:ext cx="6096000" cy="322047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This Power BI solution empowers Airbnb stakeholders in Antwerp to </a:t>
            </a:r>
            <a:r>
              <a:rPr lang="en-U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analyse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 performance today and plan revenue strategies for tomorrow.</a:t>
            </a:r>
            <a:endParaRPr lang="en-IN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D868C6-6B64-363F-0ADC-9CE8A94146E7}"/>
              </a:ext>
            </a:extLst>
          </p:cNvPr>
          <p:cNvSpPr/>
          <p:nvPr/>
        </p:nvSpPr>
        <p:spPr>
          <a:xfrm>
            <a:off x="628436" y="3960688"/>
            <a:ext cx="4839128" cy="14692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Final Takeaway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5E3907-5C35-55A4-EF4C-83646623CE62}"/>
              </a:ext>
            </a:extLst>
          </p:cNvPr>
          <p:cNvSpPr/>
          <p:nvPr/>
        </p:nvSpPr>
        <p:spPr>
          <a:xfrm>
            <a:off x="6822040" y="3960688"/>
            <a:ext cx="4839128" cy="1469204"/>
          </a:xfrm>
          <a:prstGeom prst="ellipse">
            <a:avLst/>
          </a:prstGeom>
          <a:solidFill>
            <a:srgbClr val="20E8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Closing Statement</a:t>
            </a:r>
          </a:p>
        </p:txBody>
      </p:sp>
    </p:spTree>
    <p:extLst>
      <p:ext uri="{BB962C8B-B14F-4D97-AF65-F5344CB8AC3E}">
        <p14:creationId xmlns:p14="http://schemas.microsoft.com/office/powerpoint/2010/main" val="347089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C249-5D7A-B6F0-B235-80BB354D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D902D7-AD5D-CCFE-5C0A-40D5D201F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24702"/>
            <a:ext cx="12192000" cy="9282701"/>
          </a:xfrm>
        </p:spPr>
      </p:pic>
    </p:spTree>
    <p:extLst>
      <p:ext uri="{BB962C8B-B14F-4D97-AF65-F5344CB8AC3E}">
        <p14:creationId xmlns:p14="http://schemas.microsoft.com/office/powerpoint/2010/main" val="2037896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81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Singh</dc:creator>
  <cp:lastModifiedBy>Dell</cp:lastModifiedBy>
  <cp:revision>3</cp:revision>
  <dcterms:created xsi:type="dcterms:W3CDTF">2025-12-14T12:45:25Z</dcterms:created>
  <dcterms:modified xsi:type="dcterms:W3CDTF">2026-04-14T21:20:48Z</dcterms:modified>
</cp:coreProperties>
</file>